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31476"/>
              </p:ext>
            </p:extLst>
          </p:nvPr>
        </p:nvGraphicFramePr>
        <p:xfrm>
          <a:off x="0" y="0"/>
          <a:ext cx="12188950" cy="688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7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7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0">
                <a:tc rowSpan="2"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(Problem)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altLang="ko-KR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뉴스 기사에 사실과 의견이 혼재 → 핵심 정보 파악 어려움 </a:t>
                      </a:r>
                    </a:p>
                    <a:p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여러 기사에서 주요 이슈를 한눈에 파악하기 어려움 </a:t>
                      </a:r>
                    </a:p>
                    <a:p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언론사별 보도 방식 차이를 직관적으로 비교하기 어려움 </a:t>
                      </a:r>
                    </a:p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(Solution)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BERT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기반 문장 단위 사실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의견 분류 사실 문장만 활용한 핵심 요약 키워드 기반 이슈 추출 및 순위화 언론사별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Fact Ratio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분석</a:t>
                      </a:r>
                      <a:endParaRPr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(UVP)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“사실만 추출하고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이슈와 신뢰도를 한눈에 보여주는 뉴스 분석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AI”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사실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의견 자동 분리 </a:t>
                      </a:r>
                    </a:p>
                    <a:p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객관적 정보 기반 요약 </a:t>
                      </a:r>
                    </a:p>
                    <a:p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이슈 순위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언론사 성향 분석 </a:t>
                      </a:r>
                    </a:p>
                    <a:p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(Advantage)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단순 요약이 아닌 팩트 기반 요약 </a:t>
                      </a: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사실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의견 분리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이슈 랭킹 결합 </a:t>
                      </a: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언론사 성향을 정량적으로 분석 </a:t>
                      </a: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확장 가능한 뉴스 데이터 파이프라인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(Customer)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뉴스를 깊게 분석할 시간 없는 일반 사용자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출퇴근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이동 중 빠르게 뉴스만 확인하는 사용자 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여러 기사 비교 없이 핵심만 보고 싶은 사용자 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뉴스 신뢰도에 관심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있는사용자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모바일중심 뉴스 소비 사용자</a:t>
                      </a:r>
                      <a:endParaRPr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(Key Metrics)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/>
                        <a:t>사실</a:t>
                      </a:r>
                      <a:r>
                        <a:rPr lang="en-US" altLang="ko-KR" sz="1600" b="0" dirty="0"/>
                        <a:t>/</a:t>
                      </a:r>
                      <a:r>
                        <a:rPr lang="ko-KR" altLang="en-US" sz="1600" b="0" dirty="0"/>
                        <a:t>의견 분류 정확도 </a:t>
                      </a:r>
                    </a:p>
                    <a:p>
                      <a:r>
                        <a:rPr lang="ko-KR" altLang="en-US" sz="1600" b="0" dirty="0"/>
                        <a:t>요약 성능 </a:t>
                      </a:r>
                      <a:r>
                        <a:rPr lang="en-US" altLang="ko-KR" sz="1600" b="0" dirty="0"/>
                        <a:t>(ROUGE score) </a:t>
                      </a:r>
                    </a:p>
                    <a:p>
                      <a:r>
                        <a:rPr lang="ko-KR" altLang="en-US" sz="1600" b="0" dirty="0"/>
                        <a:t>사용자 이용 시간 </a:t>
                      </a:r>
                    </a:p>
                    <a:p>
                      <a:r>
                        <a:rPr lang="ko-KR" altLang="en-US" sz="1600" b="0" dirty="0" err="1"/>
                        <a:t>클릭률</a:t>
                      </a:r>
                      <a:r>
                        <a:rPr lang="ko-KR" altLang="en-US" sz="1600" b="0" dirty="0"/>
                        <a:t> </a:t>
                      </a:r>
                      <a:r>
                        <a:rPr lang="en-US" altLang="ko-KR" sz="1600" b="0" dirty="0"/>
                        <a:t>(CTR) </a:t>
                      </a:r>
                    </a:p>
                    <a:p>
                      <a:r>
                        <a:rPr lang="en-US" altLang="ko-KR" sz="1600" b="0" dirty="0"/>
                        <a:t>API </a:t>
                      </a:r>
                      <a:r>
                        <a:rPr lang="ko-KR" altLang="en-US" sz="1600" b="0" dirty="0"/>
                        <a:t>호출 수 </a:t>
                      </a:r>
                    </a:p>
                    <a:p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(Channels)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/>
                        <a:t>웹 </a:t>
                      </a:r>
                      <a:r>
                        <a:rPr lang="en-US" altLang="ko-KR" sz="1600" b="0" dirty="0"/>
                        <a:t>/ </a:t>
                      </a:r>
                      <a:r>
                        <a:rPr lang="ko-KR" altLang="en-US" sz="1600" b="0" dirty="0"/>
                        <a:t>모바일 서비스 </a:t>
                      </a:r>
                      <a:r>
                        <a:rPr lang="en-US" altLang="ko-KR" sz="1600" b="0" dirty="0"/>
                        <a:t>API </a:t>
                      </a:r>
                      <a:r>
                        <a:rPr lang="ko-KR" altLang="en-US" sz="1600" b="0" dirty="0"/>
                        <a:t>제공 </a:t>
                      </a:r>
                      <a:r>
                        <a:rPr lang="en-US" altLang="ko-KR" sz="1600" b="0" dirty="0"/>
                        <a:t>(</a:t>
                      </a:r>
                      <a:r>
                        <a:rPr lang="en-US" altLang="ko-KR" sz="1600" b="0" dirty="0" err="1"/>
                        <a:t>FastAPI</a:t>
                      </a:r>
                      <a:r>
                        <a:rPr lang="en-US" altLang="ko-KR" sz="1600" b="0" dirty="0"/>
                        <a:t>) </a:t>
                      </a:r>
                      <a:r>
                        <a:rPr lang="ko-KR" altLang="en-US" sz="1600" b="0" dirty="0"/>
                        <a:t>뉴스 플랫폼 연동 </a:t>
                      </a:r>
                      <a:r>
                        <a:rPr lang="en-US" altLang="ko-KR" sz="1600" b="0" dirty="0"/>
                        <a:t>GitHub / </a:t>
                      </a:r>
                      <a:r>
                        <a:rPr lang="ko-KR" altLang="en-US" sz="1600" b="0" dirty="0"/>
                        <a:t>포트폴리오</a:t>
                      </a:r>
                      <a:endParaRPr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 gridSpan="3"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(Cost Structure)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/>
                        <a:t>모델 학습 비용 </a:t>
                      </a:r>
                      <a:r>
                        <a:rPr lang="en-US" altLang="ko-KR" sz="1600" b="0" dirty="0"/>
                        <a:t>(GPU / </a:t>
                      </a:r>
                      <a:r>
                        <a:rPr lang="ko-KR" altLang="en-US" sz="1600" b="0" dirty="0"/>
                        <a:t>클라우드</a:t>
                      </a:r>
                      <a:r>
                        <a:rPr lang="en-US" altLang="ko-KR" sz="1600" b="0" dirty="0"/>
                        <a:t>), </a:t>
                      </a:r>
                      <a:r>
                        <a:rPr lang="ko-KR" altLang="en-US" sz="1600" b="0" dirty="0"/>
                        <a:t>서버 운영 비용</a:t>
                      </a:r>
                      <a:r>
                        <a:rPr lang="en-US" altLang="ko-KR" sz="1600" b="0" dirty="0"/>
                        <a:t>,</a:t>
                      </a:r>
                      <a:r>
                        <a:rPr lang="ko-KR" altLang="en-US" sz="1600" b="0" dirty="0"/>
                        <a:t> 뉴스 데이터 수집 및 </a:t>
                      </a:r>
                      <a:r>
                        <a:rPr lang="ko-KR" altLang="en-US" sz="1600" b="0" dirty="0" err="1"/>
                        <a:t>전처리</a:t>
                      </a:r>
                      <a:r>
                        <a:rPr lang="ko-KR" altLang="en-US" sz="1600" b="0" dirty="0"/>
                        <a:t> 비용</a:t>
                      </a:r>
                      <a:r>
                        <a:rPr lang="en-US" altLang="ko-KR" sz="1600" b="0" dirty="0"/>
                        <a:t>,</a:t>
                      </a:r>
                      <a:r>
                        <a:rPr lang="ko-KR" altLang="en-US" sz="1600" b="0" dirty="0"/>
                        <a:t> 개발 및 유지보수 인건비</a:t>
                      </a:r>
                      <a:endParaRPr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(Revenue Streams)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ko-KR" altLang="en-US" sz="1600" b="0" dirty="0"/>
                        <a:t>뉴스 분석 </a:t>
                      </a:r>
                      <a:r>
                        <a:rPr lang="en-US" altLang="ko-KR" sz="1600" b="0" dirty="0"/>
                        <a:t>API </a:t>
                      </a:r>
                      <a:r>
                        <a:rPr lang="ko-KR" altLang="en-US" sz="1600" b="0" dirty="0"/>
                        <a:t>제공</a:t>
                      </a:r>
                      <a:r>
                        <a:rPr lang="en-US" altLang="ko-KR" sz="1600" b="0" dirty="0"/>
                        <a:t>, </a:t>
                      </a:r>
                      <a:r>
                        <a:rPr lang="ko-KR" altLang="en-US" sz="1600" b="0" dirty="0"/>
                        <a:t> </a:t>
                      </a:r>
                      <a:r>
                        <a:rPr lang="en-US" altLang="ko-KR" sz="1600" b="0" dirty="0"/>
                        <a:t>B2B </a:t>
                      </a:r>
                      <a:r>
                        <a:rPr lang="ko-KR" altLang="en-US" sz="1600" b="0" dirty="0"/>
                        <a:t>뉴스 큐레이션 서비스</a:t>
                      </a:r>
                      <a:r>
                        <a:rPr lang="en-US" altLang="ko-KR" sz="1600" b="0" dirty="0"/>
                        <a:t>,</a:t>
                      </a:r>
                      <a:r>
                        <a:rPr lang="ko-KR" altLang="en-US" sz="1600" b="0" dirty="0"/>
                        <a:t> 프리미엄 구독 서비스</a:t>
                      </a:r>
                      <a:r>
                        <a:rPr lang="en-US" altLang="ko-KR" sz="1600" b="0" dirty="0"/>
                        <a:t>, </a:t>
                      </a:r>
                      <a:r>
                        <a:rPr lang="ko-KR" altLang="en-US" sz="1600" b="0" dirty="0"/>
                        <a:t>광고 기반 서비스</a:t>
                      </a:r>
                      <a:endParaRPr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236</Words>
  <Application>Microsoft Office PowerPoint</Application>
  <PresentationFormat>사용자 지정</PresentationFormat>
  <Paragraphs>48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이종민</dc:creator>
  <cp:keywords/>
  <dc:description>generated using python-pptx</dc:description>
  <cp:lastModifiedBy>이종민</cp:lastModifiedBy>
  <cp:revision>5</cp:revision>
  <dcterms:created xsi:type="dcterms:W3CDTF">2013-01-27T09:14:16Z</dcterms:created>
  <dcterms:modified xsi:type="dcterms:W3CDTF">2026-04-03T01:06:47Z</dcterms:modified>
  <cp:category/>
</cp:coreProperties>
</file>